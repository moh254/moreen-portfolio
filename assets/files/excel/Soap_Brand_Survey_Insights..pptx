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ights" id="{933F276B-D375-1D96-4C5C-3561807912DA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satisfaction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Brand A</c:v>
                </c:pt>
                <c:pt idx="1">
                  <c:v>Brand B</c:v>
                </c:pt>
                <c:pt idx="2">
                  <c:v>Brand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5</c:v>
                </c:pt>
                <c:pt idx="2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E9-4D97-A17F-0899E59C98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Brand trust</c:v>
                </c:pt>
                <c:pt idx="1">
                  <c:v>Availability</c:v>
                </c:pt>
                <c:pt idx="2">
                  <c:v>Scent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2D-4A7B-8E43-4DAB9EFB73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15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Practice survey built in KoboToolbox | Sample of 5 test responses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Brands A and B satisfy; Brand C lags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llout card"/>
          <p:cNvSpPr/>
          <p:nvPr/>
        </p:nvSpPr>
        <p:spPr>
          <a:xfrm>
            <a:off x="6263640" y="1417320"/>
            <a:ext cx="23317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llout stat"/>
          <p:cNvSpPr txBox="1"/>
          <p:nvPr/>
        </p:nvSpPr>
        <p:spPr>
          <a:xfrm>
            <a:off x="6400800" y="1600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5.0</a:t>
            </a:r>
            <a:endParaRPr lang="en-US" sz="4000" dirty="0"/>
          </a:p>
        </p:txBody>
      </p:sp>
      <p:sp>
        <p:nvSpPr>
          <p:cNvPr id="6" name="Callout text"/>
          <p:cNvSpPr txBox="1"/>
          <p:nvPr/>
        </p:nvSpPr>
        <p:spPr>
          <a:xfrm>
            <a:off x="6400800" y="2468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Brand B has the highest average satisfaction (scale 1 to 5).</a:t>
            </a:r>
            <a:endParaRPr lang="en-US" sz="1400" dirty="0"/>
          </a:p>
        </p:txBody>
      </p:sp>
      <p:sp>
        <p:nvSpPr>
          <p:cNvPr id="7" name="Callout note"/>
          <p:cNvSpPr txBox="1"/>
          <p:nvPr/>
        </p:nvSpPr>
        <p:spPr>
          <a:xfrm>
            <a:off x="6400800" y="3291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Brand A: 4.5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Brand C: 2.5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Brand trust drives most purchases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llout card"/>
          <p:cNvSpPr/>
          <p:nvPr/>
        </p:nvSpPr>
        <p:spPr>
          <a:xfrm>
            <a:off x="6263640" y="1417320"/>
            <a:ext cx="23317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llout stat"/>
          <p:cNvSpPr txBox="1"/>
          <p:nvPr/>
        </p:nvSpPr>
        <p:spPr>
          <a:xfrm>
            <a:off x="6400800" y="1600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 of 5</a:t>
            </a:r>
            <a:endParaRPr lang="en-US" sz="4000" dirty="0"/>
          </a:p>
        </p:txBody>
      </p:sp>
      <p:sp>
        <p:nvSpPr>
          <p:cNvPr id="6" name="Callout text"/>
          <p:cNvSpPr txBox="1"/>
          <p:nvPr/>
        </p:nvSpPr>
        <p:spPr>
          <a:xfrm>
            <a:off x="6400800" y="2468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respondents said brand trust matters most when choosing soap.</a:t>
            </a:r>
            <a:endParaRPr lang="en-US" sz="1400" dirty="0"/>
          </a:p>
        </p:txBody>
      </p:sp>
      <p:sp>
        <p:nvSpPr>
          <p:cNvPr id="7" name="Callout note"/>
          <p:cNvSpPr txBox="1"/>
          <p:nvPr/>
        </p:nvSpPr>
        <p:spPr>
          <a:xfrm>
            <a:off x="6400800" y="3291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Availability: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Scent: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Price: 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bo Practice">
  <a:themeElements>
    <a:clrScheme name="Kobo Practice">
      <a:dk1>
        <a:srgbClr val="1F2937"/>
      </a:dk1>
      <a:lt1>
        <a:srgbClr val="FFFFFF"/>
      </a:lt1>
      <a:dk2>
        <a:srgbClr val="1F3A5F"/>
      </a:dk2>
      <a:lt2>
        <a:srgbClr val="EEF2F7"/>
      </a:lt2>
      <a:accent1>
        <a:srgbClr val="2F6DB5"/>
      </a:accent1>
      <a:accent2>
        <a:srgbClr val="5B8FD0"/>
      </a:accent2>
      <a:accent3>
        <a:srgbClr val="F2A541"/>
      </a:accent3>
      <a:accent4>
        <a:srgbClr val="3F9C8B"/>
      </a:accent4>
      <a:accent5>
        <a:srgbClr val="8A94A6"/>
      </a:accent5>
      <a:accent6>
        <a:srgbClr val="C65D4B"/>
      </a:accent6>
      <a:hlink>
        <a:srgbClr val="2F6DB5"/>
      </a:hlink>
      <a:folHlink>
        <a:srgbClr val="8A94A6"/>
      </a:folHlink>
    </a:clrScheme>
    <a:fontScheme name="Kobo Pract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On-screen Show (16:9)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Kobo Practice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Soap Brand Survey - Practice Insights</dc:title>
  <dc:subject>PptxGenJS Presentation</dc:subject>
  <dc:creator>Moreen Gatwiri</dc:creator>
  <cp:lastModifiedBy>Moreen Gatwiri</cp:lastModifiedBy>
  <cp:revision>1</cp:revision>
  <dcterms:created xsi:type="dcterms:W3CDTF">2026-10-17T05:14:59Z</dcterms:created>
  <dcterms:modified xsi:type="dcterms:W3CDTF">2026-10-16T18:16:09Z</dcterms:modified>
</cp:coreProperties>
</file>